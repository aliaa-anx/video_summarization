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~HL3zJcU2732"/>
  <p:tag name="LUCID-DOCUMENT" val="2b9d878c-6540-4c30-a4fd-999cfa62eda8"/>
  <p:tag name="LUCID-UPDATE-TIME" val="178065606097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