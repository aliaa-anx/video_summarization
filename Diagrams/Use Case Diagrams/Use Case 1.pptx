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xyL3v1JH3tHb"/>
  <p:tag name="LUCID-DOCUMENT" val="8b4672d1-7895-411f-a4dd-1b3e8ebb9054"/>
  <p:tag name="LUCID-UPDATE-TIME" val="178065279953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