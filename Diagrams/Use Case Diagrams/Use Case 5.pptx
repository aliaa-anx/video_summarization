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LVL3tTz_drti"/>
  <p:tag name="LUCID-DOCUMENT" val="1fa147a6-4b35-41c3-8186-8815988906dc"/>
  <p:tag name="LUCID-UPDATE-TIME" val="178062741484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