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GQL31GWqvzj9"/>
  <p:tag name="LUCID-DOCUMENT" val="fda47941-ab3b-4988-89b2-0443a1acd631"/>
  <p:tag name="LUCID-UPDATE-TIME" val="17806270027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