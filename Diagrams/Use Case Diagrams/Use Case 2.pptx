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_zL32.-c7FI-"/>
  <p:tag name="LUCID-DOCUMENT" val="2dbf6218-7e86-4c3f-9e9f-f76e781bb7ef"/>
  <p:tag name="LUCID-UPDATE-TIME" val="178062612438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