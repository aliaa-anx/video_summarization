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8cK3lqZXsBL8"/>
  <p:tag name="LUCID-DOCUMENT" val="d69c411d-95ea-47bc-8b10-e27ea36a7423"/>
  <p:tag name="LUCID-UPDATE-TIME" val="178061991133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