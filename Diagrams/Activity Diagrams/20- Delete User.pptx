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TwK3hJnZYSD7"/>
  <p:tag name="LUCID-DOCUMENT" val="94d5f22b-b31e-4d63-988b-9a1167270c66"/>
  <p:tag name="LUCID-UPDATE-TIME" val="17806212293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