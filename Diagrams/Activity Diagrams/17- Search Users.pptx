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BPK3gpZc98UA"/>
  <p:tag name="LUCID-DOCUMENT" val="fde0dd9c-8038-4cee-8ffe-59ce5ae6f283"/>
  <p:tag name="LUCID-UPDATE-TIME" val="178062229629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