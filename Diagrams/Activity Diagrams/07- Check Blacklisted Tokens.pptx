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.TI3MTf3YyOm"/>
  <p:tag name="LUCID-DOCUMENT" val="ae6252c7-d866-4e6f-a322-8fabc696549f"/>
  <p:tag name="LUCID-UPDATE-TIME" val="1780614229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