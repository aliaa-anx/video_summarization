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zAK3M5qh6n1b"/>
  <p:tag name="LUCID-DOCUMENT" val="24e88402-7975-4f24-9e4d-da8b89467360"/>
  <p:tag name="LUCID-UPDATE-TIME" val="178062171262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