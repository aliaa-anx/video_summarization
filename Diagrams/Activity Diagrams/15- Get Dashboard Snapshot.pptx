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DkK3tkLzzAHQ"/>
  <p:tag name="LUCID-DOCUMENT" val="bde30e06-9552-417c-8af4-478337be0b5c"/>
  <p:tag name="LUCID-UPDATE-TIME" val="178062080710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