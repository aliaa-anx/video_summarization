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tII3x1kuwRIm"/>
  <p:tag name="LUCID-DOCUMENT" val="fbe3ee17-e955-4f98-8d39-6cfe95c13fa9"/>
  <p:tag name="LUCID-UPDATE-TIME" val="178061359326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