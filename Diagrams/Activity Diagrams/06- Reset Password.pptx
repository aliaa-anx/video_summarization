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4.I3kO5g9-7T"/>
  <p:tag name="LUCID-DOCUMENT" val="7396a521-66fa-4278-9545-a8f1a56e08c0"/>
  <p:tag name="LUCID-UPDATE-TIME" val="178061556604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