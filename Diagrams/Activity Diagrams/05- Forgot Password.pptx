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U_I3I~gCSPk4"/>
  <p:tag name="LUCID-DOCUMENT" val="a4a6ce49-5f3a-42ec-a903-199f64bf502d"/>
  <p:tag name="LUCID-UPDATE-TIME" val="178061505515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