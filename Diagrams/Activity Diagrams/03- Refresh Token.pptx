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YGI3QU7USy3O"/>
  <p:tag name="LUCID-DOCUMENT" val="fd2592a8-c52b-4e11-b512-ec66f1534a8b"/>
  <p:tag name="LUCID-UPDATE-TIME" val="178061302974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