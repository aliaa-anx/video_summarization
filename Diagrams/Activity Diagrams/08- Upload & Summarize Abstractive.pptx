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jxJ3g~7GdkzI"/>
  <p:tag name="LUCID-DOCUMENT" val="7353284f-1cac-4b9f-a128-31444293a0d6"/>
  <p:tag name="LUCID-UPDATE-TIME" val="178061742775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