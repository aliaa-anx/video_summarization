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Y1J3tWOLzu8Y"/>
  <p:tag name="LUCID-DOCUMENT" val="42abfa2b-ba26-46dc-9a57-d4b9e1c16d86"/>
  <p:tag name="LUCID-UPDATE-TIME" val="178061914420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