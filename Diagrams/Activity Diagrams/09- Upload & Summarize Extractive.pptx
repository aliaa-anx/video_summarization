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AgJ33fC8nLFT"/>
  <p:tag name="LUCID-DOCUMENT" val="fdf31e18-dff4-4606-99c6-926d20b3c7c7"/>
  <p:tag name="LUCID-UPDATE-TIME" val="178061664729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