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EmI3vRlISbWC"/>
  <p:tag name="LUCID-DOCUMENT" val="954404b6-fe74-4a21-a413-dce49a47e513"/>
  <p:tag name="LUCID-UPDATE-TIME" val="178061167301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