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SvK3Fta4saw5"/>
  <p:tag name="LUCID-DOCUMENT" val="5425c590-eaae-4f56-8210-630ca4daeb14"/>
  <p:tag name="LUCID-UPDATE-TIME" val="17806209959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