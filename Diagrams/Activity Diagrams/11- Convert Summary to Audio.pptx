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sSJ38746u5f2"/>
  <p:tag name="LUCID-DOCUMENT" val="5c3e629b-62db-4cad-8397-4c3632ccf326"/>
  <p:tag name="LUCID-UPDATE-TIME" val="178061866921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