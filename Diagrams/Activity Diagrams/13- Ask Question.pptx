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presentationml.tags+xml" PartName="/ppt/tags/tag1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svg" Type="http://schemas.openxmlformats.org/officeDocument/2006/relationships/image"/><Relationship Id="rId3" Target="../tags/tag1.xml" Type="http://schemas.openxmlformats.org/officeDocument/2006/relationships/tags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 xmlns:a="http://schemas.openxmlformats.org/drawingml/2006/main" xmlns:r="http://schemas.openxmlformats.org/officeDocument/2006/relationships">
  <p:tag name="LUCID-SOURCE" val="R8J3pG.2tQxF"/>
  <p:tag name="LUCID-DOCUMENT" val="e3855e63-320a-4c87-93f3-763e423e8070"/>
  <p:tag name="LUCID-UPDATE-TIME" val="178061968717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