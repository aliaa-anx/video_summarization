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LIJ3qnpboVUQ"/>
  <p:tag name="LUCID-DOCUMENT" val="3f3114e1-1fbb-47f7-9cda-e028ed243ee7"/>
  <p:tag name="LUCID-UPDATE-TIME" val="178061806843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