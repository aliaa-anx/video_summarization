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ktI3g9Gk57Yd"/>
  <p:tag name="LUCID-DOCUMENT" val="2eeff522-8e73-4319-b8d4-129c39fb8fc5"/>
  <p:tag name="LUCID-UPDATE-TIME" val="178061246143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