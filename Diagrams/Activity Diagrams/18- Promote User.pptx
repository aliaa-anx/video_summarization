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vKK3ArHCD41U"/>
  <p:tag name="LUCID-DOCUMENT" val="5e8ca63d-1e00-4351-bfe6-3f375b1e8bb0"/>
  <p:tag name="LUCID-UPDATE-TIME" val="178062196639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