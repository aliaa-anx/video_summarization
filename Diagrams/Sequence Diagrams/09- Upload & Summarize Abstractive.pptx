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_e42NnpWRIlU"/>
  <p:tag name="LUCID-DOCUMENT" val="a4ceee42-33c8-4436-8ad4-70185afc654b"/>
  <p:tag name="LUCID-UPDATE-TIME" val="178042146002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