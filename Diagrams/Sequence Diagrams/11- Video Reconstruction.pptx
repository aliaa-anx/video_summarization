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wc42TUgs2t-R"/>
  <p:tag name="LUCID-DOCUMENT" val="55016536-dcb1-492f-870a-0aad0742ba11"/>
  <p:tag name="LUCID-UPDATE-TIME" val="178041934968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