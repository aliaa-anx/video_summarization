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XM42IywfPuEc"/>
  <p:tag name="LUCID-DOCUMENT" val="bf7a7d0d-aa11-4bbb-8c94-319b3f6c1981"/>
  <p:tag name="LUCID-UPDATE-TIME" val="17804231360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