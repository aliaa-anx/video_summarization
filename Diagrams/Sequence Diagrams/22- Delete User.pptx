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pr-2YB4YkPpo"/>
  <p:tag name="LUCID-DOCUMENT" val="ea38b85d-114d-47e5-9f88-7555ceb8cafa"/>
  <p:tag name="LUCID-UPDATE-TIME" val="178044734837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