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CD72q_GPF9y8"/>
  <p:tag name="LUCID-DOCUMENT" val="242b37bb-54a3-4a00-945b-7f1725af6ac1"/>
  <p:tag name="LUCID-UPDATE-TIME" val="178043506530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