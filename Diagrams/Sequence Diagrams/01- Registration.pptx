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presentationml.tags+xml" PartName="/ppt/tags/tag1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</p:sldIdLst>
  <p:sldSz cx="24384000" cy="13716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svg" Type="http://schemas.openxmlformats.org/officeDocument/2006/relationships/image"/><Relationship Id="rId3" Target="../tags/tag1.xml" Type="http://schemas.openxmlformats.org/officeDocument/2006/relationships/tags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>
            <p:custDataLst>
              <p:tags r:id="rId3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 xmlns:a="http://schemas.openxmlformats.org/drawingml/2006/main" xmlns:r="http://schemas.openxmlformats.org/officeDocument/2006/relationships">
  <p:tag name="LUCID-SOURCE" val="vsV2Djl8SNRV"/>
  <p:tag name="LUCID-DOCUMENT" val="c6a88c0f-9d14-4753-94c9-404f9185d81f"/>
  <p:tag name="LUCID-UPDATE-TIME" val="1780400881505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