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dQf3p.y_mlMz"/>
  <p:tag name="LUCID-DOCUMENT" val="0e32aa04-759f-43ef-b3b0-c830006051f0"/>
  <p:tag name="LUCID-UPDATE-TIME" val="178048796470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