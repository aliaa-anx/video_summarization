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se-2PKRao_vV"/>
  <p:tag name="LUCID-DOCUMENT" val="7dd79cc1-bbf4-4e9a-a855-e8714b53c26d"/>
  <p:tag name="LUCID-UPDATE-TIME" val="17804456780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