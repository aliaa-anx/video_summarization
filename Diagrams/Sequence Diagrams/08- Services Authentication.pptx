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svg" Type="http://schemas.openxmlformats.org/officeDocument/2006/relationships/image"/><Relationship Id="rId3" Target="../tags/tag1.xml" Type="http://schemas.openxmlformats.org/officeDocument/2006/relationships/tags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r="http://schemas.openxmlformats.org/officeDocument/2006/relationships">
  <p:tag name="LUCID-SOURCE" val="Wy222qe3~iyd"/>
  <p:tag name="LUCID-DOCUMENT" val="5e5563eb-80a6-4786-bdcf-18954fa9b1f5"/>
  <p:tag name="LUCID-UPDATE-TIME" val="178041265158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