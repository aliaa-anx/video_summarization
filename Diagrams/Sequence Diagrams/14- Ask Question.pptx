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2H624uZ0yxn9"/>
  <p:tag name="LUCID-DOCUMENT" val="8ca5aac6-7484-4ef6-8e14-0208ddd74c93"/>
  <p:tag name="LUCID-UPDATE-TIME" val="17804339624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