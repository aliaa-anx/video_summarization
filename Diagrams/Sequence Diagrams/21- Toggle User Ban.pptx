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pG-2RQQGKkCs"/>
  <p:tag name="LUCID-DOCUMENT" val="c16b0c5f-26b5-4306-9cff-3f723812e3f7"/>
  <p:tag name="LUCID-UPDATE-TIME" val="178044839295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