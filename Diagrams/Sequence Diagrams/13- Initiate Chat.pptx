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rD62RpkrRVWA"/>
  <p:tag name="LUCID-DOCUMENT" val="f1a6d5ad-85cd-4c65-a06b-3639d0941864"/>
  <p:tag name="LUCID-UPDATE-TIME" val="178042985559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