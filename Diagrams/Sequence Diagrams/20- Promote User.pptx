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svg" Type="http://schemas.openxmlformats.org/officeDocument/2006/relationships/image"/><Relationship Id="rId3" Target="../tags/tag1.xml" Type="http://schemas.openxmlformats.org/officeDocument/2006/relationships/tags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r="http://schemas.openxmlformats.org/officeDocument/2006/relationships">
  <p:tag name="LUCID-SOURCE" val="DW-22hRfdaig"/>
  <p:tag name="LUCID-DOCUMENT" val="fb9f0127-1a22-4cb9-b4ee-4ae9256b1630"/>
  <p:tag name="LUCID-UPDATE-TIME" val="178044877208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