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K1-2EQeWfF7z"/>
  <p:tag name="LUCID-DOCUMENT" val="972df8a3-ce10-4ffa-9eb7-74d766207eb7"/>
  <p:tag name="LUCID-UPDATE-TIME" val="178047795043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