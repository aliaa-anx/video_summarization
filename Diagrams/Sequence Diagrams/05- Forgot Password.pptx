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1pe3R6uzA6Qb"/>
  <p:tag name="LUCID-DOCUMENT" val="1d849db2-e20a-4563-98fe-032bdc8b420d"/>
  <p:tag name="LUCID-UPDATE-TIME" val="178048374338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