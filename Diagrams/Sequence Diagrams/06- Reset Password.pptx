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3ee3L7oidgN_"/>
  <p:tag name="LUCID-DOCUMENT" val="c9a1cc58-e29d-4ca1-9ce1-7181e7e411a0"/>
  <p:tag name="LUCID-UPDATE-TIME" val="178048065602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