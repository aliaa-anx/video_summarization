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fh-2aiEj-ToO"/>
  <p:tag name="LUCID-DOCUMENT" val="124ff388-7597-40e8-9b85-7c1e172a3c1f"/>
  <p:tag name="LUCID-UPDATE-TIME" val="17804463774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