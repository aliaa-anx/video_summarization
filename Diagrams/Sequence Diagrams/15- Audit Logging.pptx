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z~f3jPXwVsG-"/>
  <p:tag name="LUCID-DOCUMENT" val="bc54aab6-d2c6-496b-8e41-62736ac8a4a9"/>
  <p:tag name="LUCID-UPDATE-TIME" val="178049076540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