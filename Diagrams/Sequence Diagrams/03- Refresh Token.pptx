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yjf3ciElnd9w"/>
  <p:tag name="LUCID-DOCUMENT" val="3d34d908-176e-4186-87f4-16ed662038e5"/>
  <p:tag name="LUCID-UPDATE-TIME" val="17804871954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