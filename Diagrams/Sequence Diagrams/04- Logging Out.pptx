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_ZW2Ur77_sH~"/>
  <p:tag name="LUCID-DOCUMENT" val="d6fc2fbe-2418-4a99-90ae-5554b96a0845"/>
  <p:tag name="LUCID-UPDATE-TIME" val="17804010379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