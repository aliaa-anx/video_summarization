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Vd22ztIYRtbr"/>
  <p:tag name="LUCID-DOCUMENT" val="4cd12e9d-de84-4b93-b69b-eee449d44d06"/>
  <p:tag name="LUCID-UPDATE-TIME" val="178042134150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