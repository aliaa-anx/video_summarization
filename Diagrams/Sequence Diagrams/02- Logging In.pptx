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MvV27f1k-.CX"/>
  <p:tag name="LUCID-DOCUMENT" val="1defd7d1-1b05-4780-8e27-be228c91d043"/>
  <p:tag name="LUCID-UPDATE-TIME" val="178040096986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